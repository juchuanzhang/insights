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Enter, Exit, Page Fault, Leak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90A4AE"/>
                </a:solidFill>
              </a:rPr>
              <a:t>首个自动化跨域微架构泄漏测试框架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909C"/>
                </a:solidFill>
              </a:rPr>
              <a:t>Enter, Exit, Page Fault, Leak‡: Testing Isolation Boundaries for Microarchitectural Leaks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560320"/>
            <a:ext cx="48764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一、背景与动机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微架构泄漏：跨安全域的信息泄漏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核心矛盾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架构级隔离（页表、虚拟化、特权级）在逻辑层提供保护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但共享微架构状态（缓存、CPU缓冲区、分支预测器）仍是泄漏通道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典型攻击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Meltdown / Foreshadow / MDS / Spectre V2 / LVI ...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安全域（Security Domain）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不同信任级别的执行环境：OS内核vs用户进程、hypervisor vs VM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域转换：syscall/VM enter/exit等指令引起的上下文切换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防御碎片化与补丁屡次失效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防御部署碎片化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硬件层：部分由CPU微码补丁缓解（如Meltdown硬件修复）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OS层：部分由软件缓解（KPTI、VERW缓冲区刷新）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未修补：部分被认为安全影响低或缓解成本高而被忽略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F6B6B"/>
                </a:solidFill>
              </a:rPr>
              <a:t>补丁反复被证明不完整甚至完全无效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Enhanced IBRS → BHI绕过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FineIBT → BHI+IBPB绕过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retpoline → RSB underflow绕过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VERW → 特定条件下仍泄漏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现有工具无法跨域测试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§2.3 现有方案局限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77724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工具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域范围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漏洞类型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能否发现新类型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能否跨域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Revizor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单域（内核）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通用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Scam-V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单域（TrustZone）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通用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Yes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SpeechMiner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单域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Meltdown类定量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Transynther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双线程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Meltdown/MDS变体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RegCheck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单域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Meltdown-3a专用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No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!核心差距：没有任何工具能系统性、自动化地测试跨域微架构隔离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560320"/>
            <a:ext cx="48764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二、核心技术：Actor + MRT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Actor抽象：安全域的统一建模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Actor定义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Actor = 代码 + 私有数据 + 特权级 + CPU模式 + 内存权限配置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三种Actor模式（当前支持）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Host-Kernel（特权级0，内核态）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Host-User（特权级3，用户态）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Guest-Kernel（VM内内核态）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域转换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Actor之间通过预定义指令序列（syscall/VM enter/exit）转换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每个test case包含一个main Actor + 一个或多个其他模式Actor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模板+宏机制：结构化与随机性的平衡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模板（Template）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汇编文件，定义Actor结构和域转换，不同Actor代码放在不同section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宏（Macro）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伪指令（汇编中表现为NOP），在不同阶段差异化实例化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执行器中：二进制补丁替换NOP为跳转到宏实现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模型中：Unicorn回调拦截NOP地址调用对应实现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两大设计需求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结构化：域转换/缓解需要固定指令序列（VMRESUME/VERW/L1D flush）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统一化：执行器和模型需要不同实例化但统一描述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10515600" cy="1645920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5D6A7"/>
                </a:solidFill>
              </a:rPr>
              <a:t>; 模板示例（双Actor：main + guest）
.section .main
.start:
  .macro.random_instructions.64:   ; 随机指令区
  VERW qword ptr [r14]             ; 缓解：缓冲区刷新
  .macro.set_h2g_target.vm_start:  ; 设置VM入口
  .macro.set_g2h_target.end:       ; 设置VM出口
  .macro.switch_h2g:               ; 域转换宏
.end:
  .macro.fault_handler:            ; 异常处理
.section .guest
.vm_start:
  .macro.measurement_start:        ; 开始测量
  .macro.random_instructions.64:   ; 随机指令区
  .macro.measurement_end:          ; 结束测量
  .macro.switch_g2h:               ; 返回host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内存访问插桩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§4.1.3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新增插桩pass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随机选择一个生成的内存访问，修改其地址指向其他Actor的内存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专门针对Meltdown类泄漏：将用户态Actor的内存访问指向内核态Actor的内存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目的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不用手写Meltdown gadget，工具自动探索'跨域非法访问'场景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MRT工作流程：五步循环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模型关系测试（Model-Based Relational Testing）核心思路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不直接比较硬件轨迹与模型预测，而是比较暴露的信息量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五步循环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1. 程序生成 → 随机汇编指令序列（模板+配置约束）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2. 输入生成 → 随机二进制数据初始化内存和寄存器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3. 硬件执行 → 在目标CPU上执行，收集硬件轨迹（Flush+Reload）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4. 模型执行 → 在Unicorn模拟器上执行，收集合同轨迹（预期泄漏）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5. 泄漏比较 → 检查非干扰性质，过滤已知泄漏，报告未知泄漏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关键优势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即使模型很简单，也能有效过滤已知泄漏并检测未知泄漏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合同式非干扰：形式化安全性质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经典非干扰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σ^1_A = σ^2_A ⇒ Measure(p, σ^1, μ) = Measure(p, σ^2, μ)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受害者数据不应影响攻击者测量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合同式非干扰（实用化）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σ^1_A = σ^2_A ∧ Contract(p, σ^V_1) = Contract(p, σ^V_2) ⇒ Measure(p, σ^1, μ) = Measure(p, σ^2, μ)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合同轨迹Contract(p, σ^V)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模型预测的预期泄漏 = 受害者load/store地址 + 控制流变化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CAF50"/>
                </a:solidFill>
              </a:rPr>
              <a:t> CPU允许这些基本泄漏（如sysret后缓存不刷新→用户可观察内核地址）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F6B6B"/>
                </a:solidFill>
              </a:rPr>
              <a:t>但不允许超出此范围的更深层泄漏（如MDS泄漏store buffer数据内容）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模型实现：Unicorn模拟器中的多域模型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§6.3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简化策略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所有Actor在用户态执行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域转换模拟为简单跳转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仅实现最小必要模拟（VM exit对应特权指令等）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推测行为过近似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条件跳转时'临时走错误分支'模拟推测执行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合同轨迹记录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所有load/store地址 + 控制流变化 = 合同允许泄漏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为什么简化模型仍然有效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MRT比较的是信息暴露量而非轨迹本身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简化模型只要能过滤已知（合同允许）泄漏，剩余差异就是未知泄漏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χ²统计方法：消除域转换噪声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问题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域转换（VM enter/exit）涉及大量不透明微码，引入显著噪声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两条硬件轨迹可能因噪声而不同（即使输入相同）→大量假阳性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核心思路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从单次轨迹比较提升到分布比较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统计工具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Pearson χ²检验（将轨迹视为类别数据）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χ² = Σ (obs_t(t) − N·P(t))² / (N·P(t))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自适应样本量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从N=15开始 → 若检测到违反则逐步增大：40 → 160 → 320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仅当违反在最大样本量仍持续才报告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CAF50"/>
                </a:solidFill>
              </a:rPr>
              <a:t>检测已知泄漏时间减少一个数量级，假阳性率仅0.7%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560320"/>
            <a:ext cx="48764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三、执行器设计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执行器：从零实现定制内核模块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为什么不用Linux现有基础设施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Linux的VM/页表管理面向完整VM，开销过大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Linux内核有大量安全/稳定性防护，阻止自由配置实验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→ 从零实现3500+行代码的定制内核模块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两大设计需求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完全可配置性：自由配置页表权限、CPU模式、VM配置，甚至允许无效系统配置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低开销：目标≥100次测量/秒，需要在毫秒级创建VM和页表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执行器高层流程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关键子设计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状态保存/恢复：CR0、EFER、VMX控制寄存器等，防host OS崩溃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故障隔离：捕获所有异常→自定义处理器；NMI→恢复后退出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CPU配置：通过配置文件控制MSR、性能计数器（如禁用预取器）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754880"/>
            <a:ext cx="10515600" cy="1645920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5D6A7"/>
                </a:solidFill>
              </a:rPr>
              <a:t>disable_interrupts();            // 禁用中断
preserve_host_state();           // 保存host OS状态
configure_system_registers();    // 配置CPU（MSR、VMX/SVM等）
create_virtual_machines();       // 创建VM
create_page_tables();            // 创建页表
flush_caches_and_buffers();      // 刷新缓存
for (input in inputs)
    set_actor_data_memory(input);
    set_page_table_permissions();
    htrace = execute(test_case); // 执行并收集轨迹
    traces.append(htrace);
restore_host_state();
enable_interrupts();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执行器关键子设计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§5.2.3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77724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子设计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说明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VM Actor配置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启用VMX/SVM→创建VMCS/VMCB→创建EPT/NPT和guest页表→设置权限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User Actor配置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更新系统进入/退出点指向user代码→更新页表权限允许用户访问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内存别名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可选：所有VM共享相同虚拟地址布局，模拟Foreshadow-VM攻击条件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防噪声措施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禁用中断、禁用预取器、LFENCE防直行推测、保留寄存器子集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目标速率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800–4500次测量/秒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560320"/>
            <a:ext cx="48764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四、实验结果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实验设计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77724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维度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内容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隔离边界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H2V（Host→VM）、V2V（VM→VM）、K2U（Kernel→User）、U2U（User→User）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测试目标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Int1(KabyLake R)、Int2(Coffee Lake)、Int3(RaptorCove)、AMD1(Zen1)、AMD2(Zen2)、AMD3(Zen4)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配置类别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MEM（内存错误）、COMP（计算错误/DSS）、REG（特权寄存器读取/RSRR）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实验规模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304个campaign、88机器天、近3000万程序、超200亿硬件测量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新发现①：跨VM泄漏（CVE-2024-36357）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高安全影响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基本信息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影响CPU：AMD3 (Zen4)  |  边界：V2V  |  配置：MEM W-bit、EPT W-bit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攻击机制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攻击者VM加载地址时，若缓存中包含受害VM相同虚拟地址（不同物理地址）的值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受害者的缓存值影响攻击者后续操作时序 → 逐位推断受害VM内存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攻击gadget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别名加载→两次写异常→两次非故障读→基于最后读取结果的缓存探测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F6B6B"/>
                </a:solidFill>
              </a:rPr>
              <a:t>潜在高影响：攻击者可逐位读取另一VM的任意内存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CAF50"/>
                </a:solidFill>
              </a:rPr>
              <a:t>AMD在论文embargo期间已开发并部署缓解措施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新发现②：内核→用户泄漏（CVE-2024-36350）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中等至高安全影响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基本信息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影响CPU：AMD3 (Zen4)  |  边界：K2U  |  配置：MEM U-bit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攻击机制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用户进程可观察到最近N次（N≈32）内核态store操作的任意一位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攻击者可通过额外store选择目标store，通过移位选择泄漏位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F6B6B"/>
                </a:solidFill>
              </a:rPr>
              <a:t>中高影响：攻击者可观察切换到用户态前的特权store数据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新发现③④：RSRR变体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低安全影响但反驳AMD声明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530352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~CVE-2024-36349：RDTSCP-AUX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影响：Int1/Int2/Int3/AMD1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用户态推测性读取RDTSCP AUX寄存器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即使CR4.TSD已设置（应触发#GP）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F6B6B"/>
                </a:solidFill>
              </a:rPr>
              <a:t>反驳AMD白皮书：声称不受RSRR影响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AMD态度：不计划修复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77240"/>
            <a:ext cx="530352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~CVE-2024-36348：SMSW推测执行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影响：AMD2(Zen2)/AMD3(Zen4)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用户态推测性执行SMSW指令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即使UMIP已启用（应触发#GP）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F6B6B"/>
                </a:solidFill>
              </a:rPr>
              <a:t>实质上绕过UMIP功能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F6B6B"/>
                </a:solidFill>
              </a:rPr>
              <a:t>同样反驳AMD不受RSRR影响的声明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AMD态度：不计划修复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已知泄漏验证：零漏检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§8.3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77724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已知攻击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配置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检测结果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MDS及其变体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MEM A/D-bit, EPT A/D-bit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+检测成功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Foreshadow及其RMW变体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MEM P-bit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+检测成功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Meltdown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MEM U-bit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+检测成功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DSS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COMP DSS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+检测成功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Rogue System Register Read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REG FSGS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+检测成功（含变体Meltdown-3a）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结论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+所有预期违规配置均成功检测——零漏检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补丁有效性验证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§8.4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777240"/>
          <a:ext cx="105156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补丁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结果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说明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VERW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+有效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Intel推荐，刷store buffer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L1D_FLUSH_CMD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+有效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刷L1数据缓存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WBINVD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!无效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非Intel推荐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DSS当前补丁（1÷1除法）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+有效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sysret前假除法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DSS旧补丁（异常处理器中除法）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!无效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差点合入Linux主线！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KPTI 清除Present位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!无效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仍可Meltdown读取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KPTI 完全unmapping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+阻止Meltdown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但仍有MDS违规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KPTI unmapping + VERW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+有效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同时阻止Meltdown和MDS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关键补丁发现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F6B6B"/>
                </a:solidFill>
              </a:rPr>
              <a:t>DSS旧补丁无效——差点合入Linux主线内核！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将除法放在#DE异常处理器而非系统进入例程中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仅经安全社区审查后才被替换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这凸显了自动化验证工具的价值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F6B6B"/>
                </a:solidFill>
              </a:rPr>
              <a:t>KPTI仅清除Present位不能阻止Meltdown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必须完全unmapping（零化PTE）才能阻止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但完全unmapping仍有MDS违规 → 需配合VERW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F6B6B"/>
                </a:solidFill>
              </a:rPr>
              <a:t>WBINVD无效（虽功能类似缓存刷新）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非Intel推荐的MDS缓解措施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核心论点验证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没有自动化验证，你无法确认补丁真的有效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性能指标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§8.5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7772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指标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数据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测量速率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800–4500次/秒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测试吞吐量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60–700 test case/秒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完整campaign耗时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MEM: 2–24h, COMP: 3–8h, REG: 1.5–11h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违规检测时间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85%在1h内, 98%在4h内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按test case计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85%在20K轮内, 93%在40K轮内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漏检率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4%（10次不同seed重跑）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假阳性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304个campaign仅2次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560320"/>
            <a:ext cx="48764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五、局限与未来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工具局限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§8.6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77724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局限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BCD4"/>
                          </a:solidFill>
                        </a:rPr>
                        <a:t>说明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不支持Actor间共享内存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架构级信息流（如共享内存通信）未被覆盖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不支持自修改代码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控制结构位置固定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IDT/GDT位置固定，无法检测CPU对控制结构位置的预测泄漏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仅覆盖提取型攻击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未覆盖跨域分支训练等控制流攻击（Spectre V2/LVI）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某些泄漏需大量测量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E0E0E0"/>
                          </a:solidFill>
                        </a:rPr>
                        <a:t>实验时长可能不足以发现所有可能泄漏</a:t>
                      </a:r>
                    </a:p>
                  </a:txBody>
                  <a:tcPr anchor="ctr">
                    <a:solidFill>
                      <a:srgbClr val="1525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Spectre V2覆盖分析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FAQ Q4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为什么无法覆盖Spectre V2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攻击机制不同：提取型(观察残留) vs 注入型(污染BTB/RSB→操控受害者推测执行)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模板顺序：需要attacker→victim→attacker三段式（当前为victim→attacker）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非干扰性质：当前假设'攻击者数据不影响测量'，但Spectre V2恰恰利用攻击者数据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模型不模拟BTB/RSB：无法预测跨域训练后受害者走哪个分支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初步方案：逆向模板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攻击者训练BTB → 域转换到受害者 → 受害者执行 → 域转换回攻击者 → 测量缓存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可行性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CAF50"/>
                </a:solidFill>
              </a:rPr>
              <a:t>逆向模板、统计框架、测量框架可直接复用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CAF50"/>
                </a:solidFill>
              </a:rPr>
              <a:t>缓解测试(IBPB/eIBRS/RSB填充/retpoline)与现有思路一致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FF6B6B"/>
                </a:solidFill>
              </a:rPr>
              <a:t>BTB/RSB模型精度是最大风险——建议结构化过近似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预计工作量约为当前工具核心开发的30%-50%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未来方向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00BCD4"/>
                </a:solidFill>
              </a:rPr>
              <a:t>§9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短期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覆盖注入型泄漏（LVI、Spectre V2）——逆向模板方案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实现共享内存支持、自修改代码支持、控制结构位置随机化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中期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移植到ARM、RISC-V等其他架构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支持其他隔离抽象（如Intel MPK）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长期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作为PoC原型工具——安全研究者可用手动模板快速构建攻击PoC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Foreshadow仅需&lt;30行模板汇编即可演示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560320"/>
            <a:ext cx="4876495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六、总结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关键结论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1. 微架构隔离验证亟需自动化工具——被动式补丁验证实践屡次失败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2. Actor抽象 + MRT方法提供了系统性跨域微架构泄漏检测的可行路径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3. 四大新发现（CVE-2024-36357/36350/36349/36348）证明了工具有效性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   其中两个高影响（跨VM泄漏、内核→用户泄漏）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4. AMD的RSRR安全声明被实证反驳——在AMD CPU上发现两类RSRR漏洞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5. 补丁验证价值显著——发现DSS旧补丁无效、KPTI多种变体有效性差异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600" b="1">
                <a:solidFill>
                  <a:srgbClr val="90A4AE"/>
                </a:solidFill>
              </a:rPr>
              <a:t>范式转变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从被动补丁验证 → 主动安全验证，是处理器安全设计的未来方向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"/>
            <a:ext cx="109728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研究团队与开源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530352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~作者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Oleksii Oleksenko* (Azure Research)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Flavien Solt* (ETH Zurich)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Cédric Fournet (Azure Research)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Jana Hofmann (MPI-SP)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Boris Köpf (Azure Research)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Stavros Volos (Azure Research)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* 共同第一作者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777240"/>
            <a:ext cx="530352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~核心机构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Microsoft Azure Research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ETH Zurich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MPI-SP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~开源工具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Revizor v1.3+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github.com/microsoft/sca-fuzzer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/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~CVE编号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600" b="0">
                <a:solidFill>
                  <a:srgbClr val="E0E0E0"/>
                </a:solidFill>
              </a:rPr>
              <a:t>CVE-2024-36357 / 36350 / 36349 / 36348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谢谢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</a:pPr>
            <a:r>
              <a:rPr sz="2000" b="0">
                <a:solidFill>
                  <a:srgbClr val="90A4AE"/>
                </a:solidFill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909C"/>
                </a:solidFill>
              </a:rPr>
              <a:t>Enter, Exit, Page Fault, Leak‡: Testing Isolation Boundaries for Microarchitectural Leaks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